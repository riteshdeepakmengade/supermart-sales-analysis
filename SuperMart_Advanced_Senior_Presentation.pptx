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244013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SuperMart Sales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5E7EB"/>
                </a:solidFill>
              </a:rPr>
              <a:t>Retail Intelligence | Ritesh Deepak Mengade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828799"/>
            <a:ext cx="9144000" cy="267176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End-to-end retail analytics solution using SQLite, Power BI, and DAX to uncover revenue drivers, profitability trends, and customer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Business Objective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73041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Business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241"/>
            <a:ext cx="6505692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overall sales, profit, and order performance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high-performing product categories and regions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 impact of discounting on profitability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Highlight top customers contributing to revenue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 executive monitoring through interactive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58263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Data &amp; Modeling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15463"/>
            <a:ext cx="149590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Raw retail dataset ingested into SQLite database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validation and aggregation performed using SQL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Clean semantic model built in Power BI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DAX measures created for KPIs and ratios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slicers and filters implemented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Performance-optimized star-like model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Advanced Dashboard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5971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Executive Features</a:t>
            </a:r>
            <a:r>
              <a:rPr lang="en-US" sz="2200" b="1" dirty="0">
                <a:solidFill>
                  <a:srgbClr val="1F2937"/>
                </a:solidFill>
              </a:rPr>
              <a:t> :-</a:t>
            </a:r>
            <a:endParaRPr sz="22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9751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KPI cards for Sales, Profit, Margin, and Orders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Time-series trend analysis for revenue and profitability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Top-N customer ranking for revenue concentration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and regional performance breakdown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drill-down exploration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Business-focused visual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37507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Advanced Analytical Insights</a:t>
            </a:r>
            <a:r>
              <a:rPr lang="en-US" sz="2200" b="1" dirty="0">
                <a:solidFill>
                  <a:srgbClr val="1F2937"/>
                </a:solidFill>
              </a:rPr>
              <a:t> :-</a:t>
            </a:r>
            <a:endParaRPr sz="2200" b="1" dirty="0">
              <a:solidFill>
                <a:srgbClr val="1F293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6594" y="4526280"/>
            <a:ext cx="7341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Scatter analysis reveals discount-driven margin pressure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Regional comparison highlights geographic sales variance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Sub-category profitability identifies product opportunities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aggregations validate Power BI calculations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supports data-driven retail decisions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 extensible for demand forecasting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74875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042" y="1497330"/>
            <a:ext cx="246304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Strategic Findings</a:t>
            </a:r>
            <a:r>
              <a:rPr lang="en-US" sz="2200" b="1" dirty="0">
                <a:solidFill>
                  <a:srgbClr val="1F2937"/>
                </a:solidFill>
              </a:rPr>
              <a:t> :-</a:t>
            </a:r>
            <a:endParaRPr sz="22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0042" y="1965960"/>
            <a:ext cx="817428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growth is concentrated in a limited set of customers and categories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Higher discount levels correlate with reduced profit margins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Regional performance varies significantly, indicating targeted opportunities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 sub-categories consistently drive profitability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enables faster executive decision-making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 demonstrates end-to-end retail analytics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409285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Prepared by Ritesh Deepak Mengade | Data Analyst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256</Words>
  <Application>Microsoft Office PowerPoint</Application>
  <PresentationFormat>On-screen Show (4:3)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Mengade</cp:lastModifiedBy>
  <cp:revision>2</cp:revision>
  <dcterms:created xsi:type="dcterms:W3CDTF">2013-01-27T09:14:16Z</dcterms:created>
  <dcterms:modified xsi:type="dcterms:W3CDTF">2026-02-17T11:30:17Z</dcterms:modified>
  <cp:category/>
</cp:coreProperties>
</file>